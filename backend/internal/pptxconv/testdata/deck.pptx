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S1"/>
  </p:sldIdLst>
  <p:sldSz cx="9144000" cy="5143500"/>
  <p:notesSz cx="51435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Theme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71500" y="381000"/>
            <a:ext cx="57150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2700" dirty="0">
                <a:latin typeface="Inter"/>
              </a:rPr>
              <a:t>Übersicht: Größe, Maße &amp; Öl</a:t>
            </a:r>
          </a:p>
        </p:txBody>
      </p:sp>
      <p:sp>
        <p:nvSpPr>
          <p:cNvPr id="3" name="shape"/>
          <p:cNvSpPr/>
          <p:nvPr/>
        </p:nvSpPr>
        <p:spPr>
          <a:xfrm rot="1020000">
            <a:off x="2640466" y="2404709"/>
            <a:ext cx="2286000" cy="1143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HyCanvas">
  <a:themeElements>
    <a:clrScheme name="HyCanvas">
      <a:dk1>
        <a:srgbClr val="000000"/>
      </a:dk1>
      <a:lt1>
        <a:srgbClr val="FFFFFF"/>
      </a:lt1>
      <a:dk2>
        <a:srgbClr val="1F1F1F"/>
      </a:dk2>
      <a:lt2>
        <a:srgbClr val="F5F5F5"/>
      </a:lt2>
      <a:accent1>
        <a:srgbClr val="4F46E5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HyCanv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HyCanvas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Fixture</dc:title>
  <dc:creator>HyCanvas</dc:creator>
</cp:coreProperties>
</file>